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5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06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63093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59436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61264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557784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57607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52120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0" y="53949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48463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8183880" y="6400800"/>
            <a:ext cx="36576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874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EVALUATION  ·  LECTURE 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Good Is Your Regression Model?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461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and geometric intuition behind five evaluation metrics — MAE, MSE, RMSE, R², and Adjusted R² — plus how to compute each in scikit-learn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Regression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045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Metrics, Two Families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1045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metrics measure how much error a model makes. Two measure how good the model is, relative to a baseline — and we'll build each from the ground 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394960" cy="3703320"/>
          </a:xfrm>
          <a:prstGeom prst="roundRect">
            <a:avLst>
              <a:gd name="adj" fmla="val 2963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METRICS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649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— average of |actual − predicted|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251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— average of the squared error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937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2852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— square root of MSE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331720"/>
            <a:ext cx="5422392" cy="3703320"/>
          </a:xfrm>
          <a:prstGeom prst="roundRect">
            <a:avLst>
              <a:gd name="adj" fmla="val 2963"/>
            </a:avLst>
          </a:prstGeom>
          <a:solidFill>
            <a:srgbClr val="F4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51460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GOODNESS-OF-FIT METRICS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3649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 — how much better than guessing the mean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 R²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5994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R² for the number of input features used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Trained a Model — Now What?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 fit a Simple Linear Regression line on the placement dataset (CGPA → package). The line exists — but is it any good? These metrics answer that.</a:t>
            </a:r>
            <a:endParaRPr lang="en-US" sz="1450" dirty="0"/>
          </a:p>
        </p:txBody>
      </p:sp>
      <p:pic>
        <p:nvPicPr>
          <p:cNvPr id="6" name="Image 0" descr="/home/claude/slides2/ma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5486400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2468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 behind every metric on this list
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92240" y="30632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3017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every point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33375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student, compare the actual package to what the line predicted.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92240" y="40233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922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3977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gap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42976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— the residual — is the model's mistake on that one point.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92240" y="49834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9224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49377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the gaps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52578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metrics combine residuals differently — and that choice matters.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Absolute Error — The Intuition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point, measure the straight-line distance between actual and predicted — ignoring whether the point sits above or below the line.</a:t>
            </a:r>
            <a:endParaRPr lang="en-US" sz="1400" dirty="0"/>
          </a:p>
        </p:txBody>
      </p:sp>
      <p:pic>
        <p:nvPicPr>
          <p:cNvPr id="6" name="Image 0" descr="/home/claude/slides2/ma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5577840" cy="3977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46520" y="2377440"/>
            <a:ext cx="5303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ignore the sign?
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points sit above the line (positive gap), some below (negative gap). If we add signed differences directly, they cancel out and hide the true mistake.
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take the absolute value
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|y₁ − ŷ₁|, |y₂ − ŷ₂|, and so on — every gap becomes positive, regardless of direction.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MAE Formula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 absolute error over every point, then divide by the number of points to get an average mistake per point: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286000"/>
            <a:ext cx="11274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 =  (1/n)  Σ | yᵢ − ŷᵢ |          i = 1 to 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EA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389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data points (students) you're evaluating 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37033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yᵢ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389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value for point i, straight from the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37033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EA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389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("y-hat") the model's predicted value for point 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modulus (absolute value) is what removes the sign — this is the one deliberate design choice that defines MAE.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MAE: Strengths and the One Big Weakness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EAF6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2024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6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2024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units as 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 is package in LPA, MAE is also in LPA. An error of 1.5 means "1.5 LPA off" — directly communicable to anyone.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22392" cy="1965960"/>
          </a:xfrm>
          <a:prstGeom prst="roundRect">
            <a:avLst>
              <a:gd name="adj" fmla="val 5581"/>
            </a:avLst>
          </a:prstGeom>
          <a:solidFill>
            <a:srgbClr val="EA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192024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6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9202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4688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contributes in direct proportion to its size — one extreme point can't dominate the total the way it can with squared error.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11274552" cy="2514600"/>
          </a:xfrm>
          <a:prstGeom prst="roundRect">
            <a:avLst>
              <a:gd name="adj" fmla="val 4364"/>
            </a:avLst>
          </a:prstGeom>
          <a:solidFill>
            <a:srgbClr val="FD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114800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56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1480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differentiable everywhere</a:t>
            </a:r>
            <a:endParaRPr lang="en-US" sz="1450" dirty="0"/>
          </a:p>
        </p:txBody>
      </p:sp>
      <p:pic>
        <p:nvPicPr>
          <p:cNvPr id="19" name="Image 0" descr="/home/claude/slides2/abs_fun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114800"/>
            <a:ext cx="3840480" cy="21488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77240" y="466344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|x| function has a sharp corner at zero — continuous, but not differentiable there. Optimization techniques like Gradient Descent rely on differentiating the loss function at every step, so a function that breaks at one point is a real obstacle.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Squared Error — Square Instead of Absolute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starting point as MAE — but instead of taking the absolute value of each residual, we square it. This should look familiar from deriving OLS.</a:t>
            </a:r>
            <a:endParaRPr lang="en-US" sz="1400" dirty="0"/>
          </a:p>
        </p:txBody>
      </p:sp>
      <p:pic>
        <p:nvPicPr>
          <p:cNvPr id="6" name="Image 0" descr="/home/claude/slides2/mse_squa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5577840" cy="3977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46520" y="237744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
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squared residual (yᵢ−ŷᵢ)² is literally the area of a square whose side length equals that point's error.
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adds up all these square areas and averages them — the bigger the mistake, the much bigger the square.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MSE Formula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absolute value in the MAE formula with a square: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11274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 =  (1/n)  Σ ( yᵢ − ŷᵢ )²          i = 1 to n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204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E(m,b)/n from the OLS derivation. </a:t>
            </a: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function used to train Simple Linear Regression and MSE are, mathematically, the same expression — one is used to fit the model, the other to evaluate it afterward.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connection is not a coincidence — it's exactly why MSE ends up as the default choice when a metric must double as a loss function.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MSE: One Big Win, Two Real Costs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417320"/>
          </a:xfrm>
          <a:prstGeom prst="roundRect">
            <a:avLst>
              <a:gd name="adj" fmla="val 7742"/>
            </a:avLst>
          </a:prstGeom>
          <a:solidFill>
            <a:srgbClr val="EAF6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2024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6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202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everywhere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231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is smooth at every point, including zero — exactly what optimization techniques like Gradient Descent need. This is the single biggest reason MSE is used as a loss function.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D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520440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56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5204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mismatch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690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 is measured in LPA, MSE comes out in LPA² — squared units that don't map onto anything real. An MSE of 11.25 is hard to explain; you'd need to say "that's like being off by √11.25 LPA," which defeats the point.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3291840"/>
            <a:ext cx="5422392" cy="3108960"/>
          </a:xfrm>
          <a:prstGeom prst="roundRect">
            <a:avLst>
              <a:gd name="adj" fmla="val 3529"/>
            </a:avLst>
          </a:prstGeom>
          <a:solidFill>
            <a:srgbClr val="FD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3520440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56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5204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06908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punishes large errors disproportionately. A single far-off point can dominate the whole metric, making MSE oversensitive to a handful of unusual data points.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Mean Squared Error — Fixing the Units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square root of MSE. Every other property carries over unchanged — differentiability, outlier sensitivity — but now the units make sense again.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286000"/>
            <a:ext cx="11274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 =  √ [ (1/n)  Σ ( yᵢ − ŷᵢ )² ]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EAF6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88620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6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88620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real units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4348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Squaring, then square-rooting, cancels out — RMSE lands back in LPA, like MAE. Easy to interpret again.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657600"/>
            <a:ext cx="5422392" cy="1965960"/>
          </a:xfrm>
          <a:prstGeom prst="roundRect">
            <a:avLst>
              <a:gd name="adj" fmla="val 5581"/>
            </a:avLst>
          </a:prstGeom>
          <a:solidFill>
            <a:srgbClr val="FD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3886200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56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38862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outlier-sensitive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434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squaring still happens before the root — a big single error still pulls RMSE up more than MAE, just less dramatically than raw MSE.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is the most widely used of the three in practice — especially in deep learning — precisely because it keeps MSE's differentiability while restoring interpretable units.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vs. MSE vs. RMSE, Side by Side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73736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658368"/>
          </a:xfrm>
          <a:prstGeom prst="rect">
            <a:avLst/>
          </a:prstGeom>
          <a:solidFill>
            <a:srgbClr val="EA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2402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(1/n)Σ|yᵢ−ŷᵢ|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2402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(1/n)Σ(yᵢ−ŷᵢ)²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24028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√[(1/n)Σ(yᵢ−ŷᵢ)²]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98648"/>
            <a:ext cx="11274552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8986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289864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289864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units of 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89864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11274552" cy="658368"/>
          </a:xfrm>
          <a:prstGeom prst="rect">
            <a:avLst/>
          </a:prstGeom>
          <a:solidFill>
            <a:srgbClr val="EAF6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5570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Differentiable?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55701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(corner at 0)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355701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everywhere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3557016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everywhere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15384"/>
            <a:ext cx="11274552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2153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sensitivity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108960" y="421538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robust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421538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very sensitive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215384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sensitive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873752"/>
            <a:ext cx="11274552" cy="658368"/>
          </a:xfrm>
          <a:prstGeom prst="rect">
            <a:avLst/>
          </a:prstGeom>
          <a:solidFill>
            <a:srgbClr val="EAF6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48737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role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108960" y="487375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Easy-to-explain summary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487375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for training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487375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reported metric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rule: calculate all three when you start a new problem — you won't know which best captures what matters until you compare them on your own data.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NOTE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vs. Optimizing: Not the Same Job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just measuring quality after training, you can compute and report all three — MAE, MSE, and RMSE together.
But when a metric is used to actually train the model</a:t>
            </a: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(as the loss function inside Gradient Descent), you can only minimize one function at a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1274552" cy="13716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337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optimize all three at once?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one metric doesn't always minimize another the same way — pushing MAE down further might not push MSE down at the same rate. You have to pick a single target function to optimize against.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MSE is the default loss function — it's differentiable everywhere, so optimization techniques like Gradient Descent can be applied directly to it.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"How Much Error" Isn't the Whole Story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your model's RMSE is 1.5 LPA. Is that good? You genuinely can't tell — without more context, that number is meaningless on its own.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243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LPA off on package predictions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449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be totally acceptable — packages vary widely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F4F4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8587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1.5° off on a self-driving car's steering angle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793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dangerous — tiny angles matter enormously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0749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numeric error means completely different things in different contexts. </a:t>
            </a: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metric that doesn't depend on units or domain — one that's context-independent.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R²: Compare Against the Simplest Possible Guess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had no CGPA column at all — just the package numbers. What's the best prediction you could make for any new student?</a:t>
            </a:r>
            <a:endParaRPr lang="en-US" sz="1400" dirty="0"/>
          </a:p>
        </p:txBody>
      </p:sp>
      <p:pic>
        <p:nvPicPr>
          <p:cNvPr id="6" name="Image 0" descr="/home/claude/slides2/mean_vs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7863840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95360" y="237744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predict the mean
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input to work from, always guessing ȳ (the average package) is the best you can do — this is the mean line, our baseline.
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measures how much better your regression line performs than this mean-only baseline.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R² Formula: SSR vs. SST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both lines' total error, then compare them as a ratio: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60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Σ(yᵢ − ŷᵢ)²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Squared Residuals — how much your regression line still misses by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5422392" cy="1417320"/>
          </a:xfrm>
          <a:prstGeom prst="roundRect">
            <a:avLst>
              <a:gd name="adj" fmla="val 6452"/>
            </a:avLst>
          </a:prstGeom>
          <a:solidFill>
            <a:srgbClr val="F4F4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19456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6032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Σ(yᵢ − ȳ)²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 Total — how much the mean line misses by (the baseline mistake)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3645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794760"/>
            <a:ext cx="11274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 =  1  −  SSR / SST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1206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regression line makes far less total error than the mean line, SSR is small relative to SST, so SSR/SST is small, and R² sits close to 1 — a good sign.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R² Value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74552" cy="1207008"/>
          </a:xfrm>
          <a:prstGeom prst="roundRect">
            <a:avLst>
              <a:gd name="adj" fmla="val 7576"/>
            </a:avLst>
          </a:prstGeom>
          <a:solidFill>
            <a:srgbClr val="EA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2103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645920"/>
            <a:ext cx="8503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= 0 — the regression line makes zero error, passing exactly through every point. Only possible with perfectly linear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990088"/>
            <a:ext cx="11274552" cy="1207008"/>
          </a:xfrm>
          <a:prstGeom prst="roundRect">
            <a:avLst>
              <a:gd name="adj" fmla="val 7576"/>
            </a:avLst>
          </a:prstGeom>
          <a:solidFill>
            <a:srgbClr val="F4F4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990088"/>
            <a:ext cx="2103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990088"/>
            <a:ext cx="8503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= SST — your regression line does exactly as well as just guessing the mean every time. The input feature added no value at 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334256"/>
            <a:ext cx="11274552" cy="1207008"/>
          </a:xfrm>
          <a:prstGeom prst="roundRect">
            <a:avLst>
              <a:gd name="adj" fmla="val 7576"/>
            </a:avLst>
          </a:prstGeom>
          <a:solidFill>
            <a:srgbClr val="FDEE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334256"/>
            <a:ext cx="2103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&lt; 0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334256"/>
            <a:ext cx="8503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&gt; SST — the regression line is actually worse than the mean baseline. This is a real warning sign, not a bug.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751576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R² go negative? Typically when the wrong kind of model is applied to the data — for example, fitting a straight line to data that's fundamentally non-linear.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841" y="748582"/>
            <a:ext cx="8553027" cy="5392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137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Reading: "% of Variance Explained"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numbers vary a lot across students — some get 1.5 LPA, others 4.5 LPA. R² tells you how much of that spread your input columns can account for.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0.80  (or 80%)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54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means: 80% of the variation in package can be explained by CGPA. The remaining 20% comes from factors not captured in this model.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776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example: 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IQ alongside CGPA as inputs, and R² might reach 0.80 using both together. The remaining 20% could be things a spreadsheet can't measure — interview performance on the day, general attitude, or other unrecorded factors.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whether 0.80 counts as "good" still depends on the domain. Physical sciences often expect R² above 0.95; social or behavioral data is often considered strong at 0.6–0.8.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R²'s Flaw: It Never Wants to Go Down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new input column — useful or not — and R² will stay the same or increase. It can never decrease from adding a column.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column: IQ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sense — IQ plausibly relates to package. R² rising here reflects real, useful predictive power.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5422392" cy="2377440"/>
          </a:xfrm>
          <a:prstGeom prst="roundRect">
            <a:avLst>
              <a:gd name="adj" fmla="val 4615"/>
            </a:avLst>
          </a:prstGeom>
          <a:solidFill>
            <a:srgbClr val="FDEE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irrelevant column: temperature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10896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temperature on a student's interview day shouldn't affect package at all — yet adding it as a column still won't decrease R², and it can even push R² up slightly by chance.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029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misleading: a rising R² starts to look like "the model improved," when really you've just given it more room to fit noise. We need a version of R² that penalizes this.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Adjusted R²: Penalizing Useless Columns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starting point as R², with a correction factor built around two new quantities: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148840"/>
            <a:ext cx="11274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Adjusted R²  =  1  −  [ (1 − R²)(n − 1) / (n − k − 1) ]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EA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37307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51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rows — how many data points (students) you have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3611880"/>
            <a:ext cx="5422392" cy="1417320"/>
          </a:xfrm>
          <a:prstGeom prst="roundRect">
            <a:avLst>
              <a:gd name="adj" fmla="val 6452"/>
            </a:avLst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3730752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2519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independent columns — how many input features you're using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design of this formula is built to punish adding a column that doesn't earn its keep — we'll trace through exactly how, on the next two slides.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1: Adding a Useless Column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formula step by step when k increases but the new column adds nothing meaningful: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AF6F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11226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0116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increases by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1168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k − 1 gets smaller, since k is subtracted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28437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432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(n−1)/(n−k−1) increases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4320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denominator makes this fraction bigger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A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5753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747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barely changes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47472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irrelevant column can't meaningfully reduce SSR, so (1 − R²) stays about the same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4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" y="43068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2062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penalty term grows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420624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R²) × (n−1)/(n−k−1) increases, since the second factor grew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AF6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" y="503834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49377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 goes down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493776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(a bigger number) is smaller than before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742432"/>
            <a:ext cx="11274552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5742432"/>
            <a:ext cx="10908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raw R² stays flat or nudges up — but Adjusted R² drops, correctly flagging the useless column.</a:t>
            </a:r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5" name="Text 5"/>
          <p:cNvSpPr txBox="1"/>
          <p:nvPr/>
        </p:nvSpPr>
        <p:spPr>
          <a:xfrm>
            <a:off x="1597738" y="2110"/>
            <a:ext cx="11274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Adjusted R²  =  1  −  [ (1 − R²)(n − 1) / (n − k − 1) ]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2: Adding a Meaningful Column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trace the same formula when the new column genuinely helps predict the output: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AF6F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11226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0116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increases by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1168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before — n − k − 1 shrinks, so (n−1)/(n−k−1) grows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284378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432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increases meaningfully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4320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column reduces SSR by a real amount this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A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57530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747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R²) shrinks noticeably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47472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R² rose significantly, this factor drops faster than the ratio grew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4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" y="430682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2062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penalty term shrinks overall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420624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 in (1 − R²) outweighs the rise in (n−1)/(n−k−1)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AF6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" y="503834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49377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 goes up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493776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(a smaller number) is bigger than before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742432"/>
            <a:ext cx="11274552" cy="530352"/>
          </a:xfrm>
          <a:prstGeom prst="roundRect">
            <a:avLst>
              <a:gd name="adj" fmla="val 13793"/>
            </a:avLst>
          </a:prstGeom>
          <a:solidFill>
            <a:srgbClr val="00A89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5742432"/>
            <a:ext cx="10908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both raw R² and Adjusted R² increase — correctly rewarding a genuinely useful feature.</a:t>
            </a:r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5" name="Text 5"/>
          <p:cNvSpPr txBox="1"/>
          <p:nvPr/>
        </p:nvSpPr>
        <p:spPr>
          <a:xfrm>
            <a:off x="1597738" y="2110"/>
            <a:ext cx="11274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Adjusted R²  =  1  −  [ (1 − R²)(n − 1) / (n − k − 1) ]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Metric Should You Trust?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68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all five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084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new dataset or problem, calculate MAE, MSE, RMSE, R², and Adjusted R² together before drawing conclusions.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68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88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R² and Adjusted R² together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8211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compute both — never just one — especially once you move to Multiple Linear Regression with several input columns.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68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86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gap between them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27939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R² and Adjusted R² are close, your features are pulling their weight. A large gap is a red flag that some columns are just adding noise.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5029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68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983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training, pick one loss function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3766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is the practical default when you need a single differentiable function for Gradient Descent to optimize.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Up: A Trained Model, Ready to Score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placement dataset and Simple Linear Regression model from earlier — already fit, with predictions ready on the test 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3474720"/>
          </a:xfrm>
          <a:prstGeom prst="roundRect">
            <a:avLst>
              <a:gd name="adj" fmla="val 2632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10607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random_state=2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LinearRegression()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lr.fit(X_train, y_train)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lr.predict(X_test)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from here on needs just two arrays: y_test (actual) and y_pred (predicted).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MAE, MSE, and RMSE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provides direct functions for MAE and MSE. RMSE has no dedicated function — just take the square root of MSE yourself.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10607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mean_absolute_error, mean_squared_error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mean_absolute_error(y_test, y_pred)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mean_squared_error(y_test, y_pred)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np.sqrt(mse)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print(mae, mse, rmse)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2578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RMSE function: </a:t>
            </a: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deliberate — since RMSE is just √MSE, scikit-learn expects you to compute mean_squared_error() and wrap it in np.sqrt() yourself.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R² and Reading the Result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74552" cy="1554480"/>
          </a:xfrm>
          <a:prstGeom prst="roundRect">
            <a:avLst>
              <a:gd name="adj" fmla="val 5882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r2_score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= r2_score(y_test, y_pred)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print(r2)   # e.g. 0.78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1274552" cy="1554480"/>
          </a:xfrm>
          <a:prstGeom prst="roundRect">
            <a:avLst>
              <a:gd name="adj" fmla="val 7059"/>
            </a:avLst>
          </a:prstGeom>
          <a:solidFill>
            <a:srgbClr val="EAF6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657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r2 ≈ 0.78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48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perfect, but solidly decent — roughly 78% of the variation in package is explained by CGPA alone. The regression line is meaningfully better than just guessing the mean package for everyone.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one input feature (CGPA), we'd expect Adjusted R² to sit very close to this raw R² — let's confirm that next.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Adjusted R² — No Built-in Function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others, scikit-learn has no adjusted_r2_score() — implement the formula directly: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1274552" cy="1874520"/>
          </a:xfrm>
          <a:prstGeom prst="roundRect">
            <a:avLst>
              <a:gd name="adj" fmla="val 4878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X_test.shape[0]   # number of rows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X_test.shape[1]   # number of input columns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adjusted_r2 = 1 - ((1 - r2) * (n - 1)) / (n - k - 1)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print(adjusted_r2)   # e.g. 0.77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519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 = 1 (only CGPA as input), Adjusted R² comes out very close to raw R² — exactly as expected, since the correction factor is mild when there's just one feature.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0292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R² and Adjusted R² only becomes noticeable once you start adding more input columns — which is exactly what we test next.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1: Adding a Random, Useless Column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column of random numbers — nothing tying it to package — refit, and compare both scores before and after.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df['random'] = np.random.random(df.shape[0])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df[['cgpa', 'random']]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refit LinearRegression, recompute r2 and adjusted_r2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3794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605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  →  0.81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754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 up slightly — R² can't tell the new column is meaningless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657600"/>
            <a:ext cx="5422392" cy="1920240"/>
          </a:xfrm>
          <a:prstGeom prst="roundRect">
            <a:avLst>
              <a:gd name="adj" fmla="val 5714"/>
            </a:avLst>
          </a:prstGeom>
          <a:solidFill>
            <a:srgbClr val="FDEE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379476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 R²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160520"/>
            <a:ext cx="5422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  →  0.76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754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— correctly penalizing a column that adds nothing real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2: Adding a Genuinely Useful Column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add a feature that's actually correlated with package (simulating something like an aptitude score) — refit again.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feature that genuinely correlates with package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df[['cgpa', 'aptitude_score']]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refit LinearRegression, recompute r2 and adjusted_r2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EA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3794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605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  →  0.85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754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up meaningfully — real predictive power was added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657600"/>
            <a:ext cx="5422392" cy="1920240"/>
          </a:xfrm>
          <a:prstGeom prst="roundRect">
            <a:avLst>
              <a:gd name="adj" fmla="val 5714"/>
            </a:avLst>
          </a:prstGeom>
          <a:solidFill>
            <a:srgbClr val="EAF6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379476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 R²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160520"/>
            <a:ext cx="5422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  →  0.84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754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too — the model genuinely improved, and Adjusted R² agrees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— MAE · MSE · RMSE · R² · Adjusted R²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Metrics, One Complete Picture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2C3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78308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error — interpretable, robust, but not differentiable at zero.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2C3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69748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69748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squared error — differentiable (used as a loss function), but hard to interpret and outlier-sensitive.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2C3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61188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61188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√MSE — the practical favorite, combining differentiability with real units.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2C3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52628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452628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better than the mean baseline — context-independent, but always rises as columns are added.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44068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2C3A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44068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 R²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544068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corrected for feature count — penalizes useless columns, rewards genuinely useful ones.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446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challenge: pick any regression project, apply Simple or Multiple Linear Regression, and calculate all five metrics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3489</Words>
  <Application>Microsoft Office PowerPoint</Application>
  <PresentationFormat>Custom</PresentationFormat>
  <Paragraphs>405</Paragraphs>
  <Slides>30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6</cp:revision>
  <dcterms:created xsi:type="dcterms:W3CDTF">2026-09-01T13:02:29Z</dcterms:created>
  <dcterms:modified xsi:type="dcterms:W3CDTF">2026-09-02T10:06:24Z</dcterms:modified>
</cp:coreProperties>
</file>