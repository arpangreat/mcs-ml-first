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4" y="2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FC1DF-D024-42FF-976F-5F920447828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CA2CA-05E1-4710-9773-EA65797B2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9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Real World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applications across Retail, Banking, Transportation, Manufacturing, and Social Media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Case </a:t>
            </a:r>
            <a:r>
              <a:rPr lang="en-US" sz="1200" dirty="0" smtClean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Is Already Everywhere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machine-learning-powered products every day — often without noticing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  <a:effectLst>
            <a:outerShdw blurRad="101600" dist="38100" dir="5400000" algn="bl" rotWithShape="0">
              <a:srgbClr val="1E4E52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364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recommendations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  <a:effectLst>
            <a:outerShdw blurRad="101600" dist="38100" dir="5400000" algn="bl" rotWithShape="0">
              <a:srgbClr val="1E4E52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3364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recommendations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28600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CE9"/>
            </a:solidFill>
            <a:prstDash val="solid"/>
          </a:ln>
          <a:effectLst>
            <a:outerShdw blurRad="101600" dist="38100" dir="5400000" algn="bl" rotWithShape="0">
              <a:srgbClr val="1E4E5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2514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364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7360920" cy="1051560"/>
          </a:xfrm>
          <a:prstGeom prst="roundRect">
            <a:avLst>
              <a:gd name="adj" fmla="val 8696"/>
            </a:avLst>
          </a:prstGeom>
          <a:solidFill>
            <a:srgbClr val="0B2B3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9776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the future — it's already happening, at massive scale, every single day.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960120"/>
            <a:ext cx="3611880" cy="5074920"/>
          </a:xfrm>
          <a:prstGeom prst="roundRect">
            <a:avLst>
              <a:gd name="adj" fmla="val 3038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234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Impact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22402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apps — the examples everyone already thinks of (WhatsApp, YouTube, social media).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3246120"/>
            <a:ext cx="301752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0" y="3794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working quietly inside a business to cut costs and boost profit. Less visible — but this is where huge money is made.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5 sectors, 1 example each →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deciding what to stock before a mega sale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7665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sells 60M+ products — stocking extra inventory for all of them is impossible.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events like the Great Indian Festival, sales need to predict which products will sell more.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feed years of past sales data + event calendars into ML algorithms.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mines patterns to flag which products to stock up — and which not to.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wrong at this scale can cost the company crores of rupees.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80960" y="210312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4FAF9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60M+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955280" y="3291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listed on Amazon —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 stock blindly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01000" y="4160520"/>
            <a:ext cx="3383280" cy="0"/>
          </a:xfrm>
          <a:prstGeom prst="line">
            <a:avLst/>
          </a:prstGeom>
          <a:noFill/>
          <a:ln w="12700">
            <a:solidFill>
              <a:srgbClr val="D8EC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45537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 data + event timing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0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51937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Stock-up recommendations per product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Profiling &amp; Targeted Marketing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store ask for your phone number at checkout?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number is linked to every purchase you make.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606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36118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studies buying behavior: health items, spicy snacks, sports gear, cosmetics...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5216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606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36118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interest profile is built for each customer.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49640" y="23774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606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7325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3252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6118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are sold to advertisers for highly targeted marketing.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5257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a targeted list of genuinely interested customers converts far better than mass, random SMS blasts — advertisers pay a premium for that precision.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product placed next to that one?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finds hidden relationships between products bought together.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frequently purchased together are placed near each other on shelves.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analysis, layout decisions are guesswork — and stores lose potential sales.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6309360" cy="1600200"/>
          </a:xfrm>
          <a:prstGeom prst="roundRect">
            <a:avLst>
              <a:gd name="adj" fmla="val 6857"/>
            </a:avLst>
          </a:prstGeom>
          <a:solidFill>
            <a:srgbClr val="F4FAF9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"Diapers &amp; Beer"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4800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association across purchases revealed these two unrelated items are often bought together — so retailers placed them near one another.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0" y="214884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ML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55280" y="27249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layout reverts to guesswork — "the pre-machine-learning era."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3611880"/>
            <a:ext cx="347472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794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55280" y="41422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shelf placement, cross-promotions, and bundled offers that lift basket size.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5029200"/>
            <a:ext cx="3474720" cy="0"/>
          </a:xfrm>
          <a:prstGeom prst="line">
            <a:avLst/>
          </a:prstGeom>
          <a:noFill/>
          <a:ln w="12700">
            <a:solidFill>
              <a:srgbClr val="3FA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5166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to design likes/shares/post feeds and engagement loops.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&amp; Credit Scoring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who applies for a loan gets one — here's why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 your profile (income, history, assets, repayment record).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 algorithm compares your profile to thousands of past applicants.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for strong correlations with people who defaulted on loans.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is generated — e.g. a 63% chance of default.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●"/>
            </a:pPr>
            <a:r>
              <a:rPr lang="en-US" sz="13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that score, your loan is approved or rejected automatically.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2148840"/>
            <a:ext cx="4434840" cy="3931920"/>
          </a:xfrm>
          <a:prstGeom prst="roundRect">
            <a:avLst>
              <a:gd name="adj" fmla="val 2791"/>
            </a:avLst>
          </a:prstGeom>
          <a:solidFill>
            <a:srgbClr val="0B2B33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RISK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26974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8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7543800" y="3794760"/>
            <a:ext cx="3840480" cy="256032"/>
          </a:xfrm>
          <a:prstGeom prst="roundRect">
            <a:avLst>
              <a:gd name="adj" fmla="val 50000"/>
            </a:avLst>
          </a:prstGeom>
          <a:solidFill>
            <a:srgbClr val="0F3A42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3794760"/>
            <a:ext cx="2419502" cy="256032"/>
          </a:xfrm>
          <a:prstGeom prst="roundRect">
            <a:avLst>
              <a:gd name="adj" fmla="val 50000"/>
            </a:avLst>
          </a:prstGeom>
          <a:solidFill>
            <a:srgbClr val="FF8C6B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loan application flagged for rejection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0" y="4800600"/>
            <a:ext cx="3840480" cy="0"/>
          </a:xfrm>
          <a:prstGeom prst="line">
            <a:avLst/>
          </a:prstGeom>
          <a:noFill/>
          <a:ln w="12700">
            <a:solidFill>
              <a:srgbClr val="1B5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49834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for: branch location planning, promotion targeting, insurance, and share-market trading.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/ Surge Pricing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&amp; Uber — why fares suddenly double at 6 PM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FFF1EE"/>
          </a:solidFill>
          <a:ln w="12700">
            <a:solidFill>
              <a:srgbClr val="F5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end. Many riders open the app at once, in the same area, wanting a cab right now.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214884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EAF7F4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SUPPLY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27432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drivers are nearby to meet that sudden spike in requests.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7086600" cy="1371600"/>
          </a:xfrm>
          <a:prstGeom prst="roundRect">
            <a:avLst>
              <a:gd name="adj" fmla="val 6667"/>
            </a:avLst>
          </a:prstGeom>
          <a:solidFill>
            <a:srgbClr val="0B2B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solution: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Demand-supply forecasting raises the fare to (a) discourage some riders and (b) pay drivers a bonus to lure them into the high-demand zone — restoring balance.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2148840"/>
            <a:ext cx="3931920" cy="3794760"/>
          </a:xfrm>
          <a:prstGeom prst="roundRect">
            <a:avLst>
              <a:gd name="adj" fmla="val 2892"/>
            </a:avLst>
          </a:prstGeom>
          <a:solidFill>
            <a:srgbClr val="F4FAF9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MULTIPLIER SEEN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0" y="2697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54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3.2×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04672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highest-demand zone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383280" cy="0"/>
          </a:xfrm>
          <a:prstGeom prst="line">
            <a:avLst/>
          </a:prstGeom>
          <a:noFill/>
          <a:ln w="12700">
            <a:solidFill>
              <a:srgbClr val="D8EC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160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1.8×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blocks away, in a lower-demand zone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5394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also powers route optimization for logistics &amp; delivery.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catching a robot failure before it happens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Gigafactory relies on robotic arms working on a tight production schedule — customers have often prepaid and are waiting months for delivery.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robotic arm (e.g. the one installing engines) fails, that day's entire production line can stop.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continuously track temperature, RPM, and pressure on every machine.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detects gradual drift in these metrics (e.g. RPM slowly slipping from 300 to 295) — a warning sign before an outright breakdown.</a:t>
            </a:r>
            <a:endParaRPr lang="en-US" sz="1350" dirty="0"/>
          </a:p>
          <a:p>
            <a:pPr marL="342900" indent="-342900"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are dispatched to fix the part before it fails — avoiding downtime and delivery delays.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43800" y="2148840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READOUT — DRIFT DETECTED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28346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6454D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2834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 300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3401568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6454D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401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 299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3968496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6454D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0" y="3968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 298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4535424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16454D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53542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 295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5102352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5A2020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51023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 ⚠ 291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54406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 = fix after failure.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= fix before failure.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·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to tell positive text from negative 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classifies text (reviews, tweets, comments) as positive or negative.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movie reviews are scraped, read by the model, and each one is scored.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thousands of reviews produces a sentiment-based rating for the whole film.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12700">
            <a:solidFill>
              <a:srgbClr val="CD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52360" y="251460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"Brilliant cinematography, real performances... one of the most realistic films."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402336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FFF1EE"/>
          </a:solidFill>
          <a:ln w="12700">
            <a:solidFill>
              <a:srgbClr val="F5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5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52360" y="443484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"Very disappointed with this movie... left feeling cheated, spent so much money for this."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4FAF9"/>
          </a:solidFill>
          <a:ln w="12700">
            <a:solidFill>
              <a:srgbClr val="D8EC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920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aggregated rating (e.g. 7.9%) built purely from how people actually felt — not just star ratings.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46888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·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Sentiment as a Revenue Stream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Twitter (early on) reportedly turned sentiment data into money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tweets on a hashtag, e.g. #Elections2024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sentiment analysis: positive or negative toward a candidate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504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3504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positive sentiment → strong signal the candidate will win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21488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0F3A42"/>
          </a:solidFill>
          <a:ln w="12700">
            <a:solidFill>
              <a:srgbClr val="1B58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32520" y="2331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732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3252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732520" y="32461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this real-time signal to stock brokers &amp; trading firms — not to media houses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10835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people posting publicly under their own name tend to mean what they say — making social sentiment a surprisingly honest, real-time opinion poll.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08356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12080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winning party's associated stocks early → price rises after the real result confirms the trend → sell high.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Sectors, One Common Thread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isn't a future technology — it's already transforming how businesses operate.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18745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customer profiling, market basket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51176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5117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55117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scoring for automated loan decisions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2783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2278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to balance real-time demand &amp; supply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04488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0448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3904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to prevent costly downtime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581144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8114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458114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fuels ratings, insight, and even trading signals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10881360" cy="0"/>
          </a:xfrm>
          <a:prstGeom prst="line">
            <a:avLst/>
          </a:prstGeom>
          <a:noFill/>
          <a:ln w="12700">
            <a:solidFill>
              <a:srgbClr val="1B58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the applications first — the math and code that power them come next.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Applications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1231</Words>
  <Application>Microsoft Office PowerPoint</Application>
  <PresentationFormat>Custom</PresentationFormat>
  <Paragraphs>180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4</cp:revision>
  <dcterms:created xsi:type="dcterms:W3CDTF">2026-08-22T12:28:55Z</dcterms:created>
  <dcterms:modified xsi:type="dcterms:W3CDTF">2026-08-31T06:49:04Z</dcterms:modified>
</cp:coreProperties>
</file>