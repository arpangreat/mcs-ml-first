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615A68-F8D1-41A8-A156-B3385C8E5618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7ACF0A-1CC8-4C83-B8A3-5F4A9CFC6A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411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194560"/>
            <a:ext cx="2743200" cy="2743200"/>
          </a:xfrm>
          <a:prstGeom prst="ellipse">
            <a:avLst/>
          </a:prstGeom>
          <a:ln w="31750">
            <a:solidFill>
              <a:srgbClr val="2E8B57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9098280" y="3246120"/>
            <a:ext cx="640080" cy="64008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4" name="Text 2"/>
          <p:cNvSpPr/>
          <p:nvPr/>
        </p:nvSpPr>
        <p:spPr>
          <a:xfrm>
            <a:off x="9098280" y="344728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927848" y="3447288"/>
            <a:ext cx="237744" cy="23774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/>
          <p:nvPr/>
        </p:nvSpPr>
        <p:spPr>
          <a:xfrm>
            <a:off x="7360920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671048" y="3447288"/>
            <a:ext cx="237744" cy="237744"/>
          </a:xfrm>
          <a:prstGeom prst="ellipse">
            <a:avLst/>
          </a:prstGeom>
          <a:solidFill>
            <a:srgbClr val="6B7A99"/>
          </a:solidFill>
          <a:ln/>
        </p:spPr>
      </p:sp>
      <p:sp>
        <p:nvSpPr>
          <p:cNvPr id="8" name="Text 6"/>
          <p:cNvSpPr/>
          <p:nvPr/>
        </p:nvSpPr>
        <p:spPr>
          <a:xfrm>
            <a:off x="10104120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Machine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keeps training itself, in small steps, for as long as it's live — learning and predicting at the same time.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that happens in small, sequential steps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463040"/>
          </a:xfrm>
          <a:prstGeom prst="roundRect">
            <a:avLst>
              <a:gd name="adj" fmla="val 6250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trains a model incrementally: instead of using the entire dataset at once, you feed it small batches of data one after another. After each mini-batch, the model improves a little — and because each batch is small, this training can even happen directly on the production server.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10908792" cy="2468880"/>
          </a:xfrm>
          <a:prstGeom prst="roundRect">
            <a:avLst>
              <a:gd name="adj" fmla="val 3704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386791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ONE-LINE PITCH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4142232"/>
            <a:ext cx="10396728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heard a company say “the more you use our product, the better it gets”? That's usually online learning talking — the model is training on new data live, on the go, right where it's deployed.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vs. online: what happens after deployment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116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</a:t>
            </a:r>
            <a:endParaRPr lang="en-US" sz="16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17520" y="2363724"/>
            <a:ext cx="164592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8" name="Shape 6"/>
          <p:cNvSpPr/>
          <p:nvPr/>
        </p:nvSpPr>
        <p:spPr>
          <a:xfrm>
            <a:off x="3182112" y="20116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E8ECF5"/>
          </a:solidFill>
          <a:ln/>
        </p:spPr>
      </p:sp>
      <p:sp>
        <p:nvSpPr>
          <p:cNvPr id="9" name="Text 7"/>
          <p:cNvSpPr/>
          <p:nvPr/>
        </p:nvSpPr>
        <p:spPr>
          <a:xfrm>
            <a:off x="3273552" y="20116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</a:t>
            </a:r>
            <a:endParaRPr lang="en-US" sz="16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59552" y="2363724"/>
            <a:ext cx="164592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1" name="Shape 9"/>
          <p:cNvSpPr/>
          <p:nvPr/>
        </p:nvSpPr>
        <p:spPr>
          <a:xfrm>
            <a:off x="5724144" y="20116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E8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5815584" y="20116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01584" y="2363724"/>
            <a:ext cx="164592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66176" y="201168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E8ECF5"/>
          </a:solidFill>
          <a:ln/>
        </p:spPr>
      </p:sp>
      <p:sp>
        <p:nvSpPr>
          <p:cNvPr id="15" name="Text 13"/>
          <p:cNvSpPr/>
          <p:nvPr/>
        </p:nvSpPr>
        <p:spPr>
          <a:xfrm>
            <a:off x="8357616" y="20116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</a:t>
            </a:r>
            <a:endParaRPr lang="en-US" sz="16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3246120"/>
            <a:ext cx="5257800" cy="2880360"/>
          </a:xfrm>
          <a:prstGeom prst="roundRect">
            <a:avLst>
              <a:gd name="adj" fmla="val 3810"/>
            </a:avLst>
          </a:prstGeom>
          <a:solidFill>
            <a:srgbClr val="E8EC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246120"/>
            <a:ext cx="5257800" cy="128016"/>
          </a:xfrm>
          <a:prstGeom prst="roundRect">
            <a:avLst/>
          </a:prstGeom>
          <a:solidFill>
            <a:srgbClr val="5B6B8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566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Learning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411480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deployed, the model is static. New data doesn't touch it until someone manually pulls it back, retrains on everything, and redeploys.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91072" y="3254141"/>
            <a:ext cx="5257800" cy="2880360"/>
          </a:xfrm>
          <a:prstGeom prst="roundRect">
            <a:avLst>
              <a:gd name="adj" fmla="val 3810"/>
            </a:avLst>
          </a:prstGeom>
          <a:solidFill>
            <a:srgbClr val="E8EC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291072" y="3246120"/>
            <a:ext cx="5257800" cy="128016"/>
          </a:xfrm>
          <a:prstGeom prst="roundRect">
            <a:avLst/>
          </a:prstGeom>
          <a:solidFill>
            <a:srgbClr val="2E8B57"/>
          </a:solidFill>
          <a:ln/>
        </p:spPr>
      </p:sp>
      <p:sp>
        <p:nvSpPr>
          <p:cNvPr id="22" name="Text 20"/>
          <p:cNvSpPr/>
          <p:nvPr/>
        </p:nvSpPr>
        <p:spPr>
          <a:xfrm>
            <a:off x="6565392" y="356616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Learning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565392" y="411480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deployed, the model keeps going: new data keeps streaming in, and the model learns AND predicts at the same time — no separate retrain-and-redeploy step.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online learning is already at work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8ECF5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423160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Chatbots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like Google, Alexa, and Siri predict and improve simultaneously — every conversation is new data shaping the next response.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25696" y="21031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8ECF5"/>
          </a:solidFill>
          <a:ln/>
        </p:spPr>
      </p:sp>
      <p:sp>
        <p:nvSpPr>
          <p:cNvPr id="10" name="Shape 8"/>
          <p:cNvSpPr/>
          <p:nvPr/>
        </p:nvSpPr>
        <p:spPr>
          <a:xfrm>
            <a:off x="4700016" y="2423160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1" name="Text 9"/>
          <p:cNvSpPr/>
          <p:nvPr/>
        </p:nvSpPr>
        <p:spPr>
          <a:xfrm>
            <a:off x="4700016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SwiftKey Keyboard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0016" y="35661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Android keyboard's word predictions dynamically improve the more you type — no app update required, it adjusts live.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11312" y="21031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E8ECF5"/>
          </a:solidFill>
          <a:ln/>
        </p:spPr>
      </p:sp>
      <p:sp>
        <p:nvSpPr>
          <p:cNvPr id="14" name="Shape 12"/>
          <p:cNvSpPr/>
          <p:nvPr/>
        </p:nvSpPr>
        <p:spPr>
          <a:xfrm>
            <a:off x="8485632" y="2423160"/>
            <a:ext cx="274320" cy="274320"/>
          </a:xfrm>
          <a:prstGeom prst="ellipse">
            <a:avLst/>
          </a:prstGeom>
          <a:solidFill>
            <a:srgbClr val="2E8B57"/>
          </a:solidFill>
          <a:ln/>
        </p:spPr>
      </p:sp>
      <p:sp>
        <p:nvSpPr>
          <p:cNvPr id="15" name="Text 13"/>
          <p:cNvSpPr/>
          <p:nvPr/>
        </p:nvSpPr>
        <p:spPr>
          <a:xfrm>
            <a:off x="8485632" y="28803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YouTube Recommendations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85632" y="3566160"/>
            <a:ext cx="2971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video, watch it, come back — your feed has already changed. The click itself is the new data point updating the model.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good reasons to reach for online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 drift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itself changes fast over time — stock prices, e-commerce customer behavior. A static model goes stale quickly.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25696" y="21031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0016" y="237744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4700016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0016" y="3063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savings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0016" y="36576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 a large model from scratch on a schedule is expensive. Small, incremental updates cost far less compute.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11312" y="2103120"/>
            <a:ext cx="3520440" cy="3931920"/>
          </a:xfrm>
          <a:prstGeom prst="roundRect">
            <a:avLst>
              <a:gd name="adj" fmla="val 3117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85632" y="237744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8485632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063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Out-of-core learning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85632" y="3657600"/>
            <a:ext cx="2971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dataset is too big to train in one go — e.g. 50GB of data but only 8GB of RAM. Feed it in chunks instead.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8274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CONCEPT DRIFT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problem itself keeps changing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ISSUE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4745736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9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don't hold still. The statistical pattern connecting input to output — the “concept” the model learned — quietly shifts underneath it over time. A model trained once on an old pattern keeps confidently predicting using a pattern that no longer holds.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76672" cy="4206240"/>
          </a:xfrm>
          <a:prstGeom prst="roundRect">
            <a:avLst>
              <a:gd name="adj" fmla="val 2174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2130552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28232" y="2404872"/>
            <a:ext cx="4864608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prices: the relationships driving price movement shift constantly — a model frozen in time falls behind fast.</a:t>
            </a: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endParaRPr lang="en-US" sz="14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platforms: customer behavior and buying profiles evolve continuously as trends, seasons, and tastes shift. Online learning lets the model track that movement instead of quietly going stale.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OUT-OF-CORE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your dataset doesn't fit in memory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371600"/>
          </a:xfrm>
          <a:prstGeom prst="roundRect">
            <a:avLst>
              <a:gd name="adj" fmla="val 6667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you have 50GB of data but only 8GB of RAM. You physically cannot load the whole dataset into memory to train on it in one go — that's a hardware limitation, not a modeling choice.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2587752" cy="1051560"/>
          </a:xfrm>
          <a:prstGeom prst="roundRect">
            <a:avLst>
              <a:gd name="adj" fmla="val 8696"/>
            </a:avLst>
          </a:prstGeom>
          <a:solidFill>
            <a:srgbClr val="E8ECF5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3566160"/>
            <a:ext cx="23682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50GB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into chunks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27832" y="40096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3566160"/>
            <a:ext cx="2587752" cy="1051560"/>
          </a:xfrm>
          <a:prstGeom prst="roundRect">
            <a:avLst>
              <a:gd name="adj" fmla="val 8696"/>
            </a:avLst>
          </a:prstGeom>
          <a:solidFill>
            <a:srgbClr val="E8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3566160"/>
            <a:ext cx="23682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chunks in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sequentially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52744" y="40096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4" name="Shape 12"/>
          <p:cNvSpPr/>
          <p:nvPr/>
        </p:nvSpPr>
        <p:spPr>
          <a:xfrm>
            <a:off x="6089904" y="3566160"/>
            <a:ext cx="2587752" cy="1051560"/>
          </a:xfrm>
          <a:prstGeom prst="roundRect">
            <a:avLst>
              <a:gd name="adj" fmla="val 8696"/>
            </a:avLst>
          </a:prstGeom>
          <a:solidFill>
            <a:srgbClr val="E8ECF5"/>
          </a:solidFill>
          <a:ln/>
        </p:spPr>
      </p:sp>
      <p:sp>
        <p:nvSpPr>
          <p:cNvPr id="15" name="Text 13"/>
          <p:cNvSpPr/>
          <p:nvPr/>
        </p:nvSpPr>
        <p:spPr>
          <a:xfrm>
            <a:off x="6199632" y="3566160"/>
            <a:ext cx="23682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trains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incrementally on each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77656" y="4009644"/>
            <a:ext cx="137160" cy="164592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7" name="Shape 15"/>
          <p:cNvSpPr/>
          <p:nvPr/>
        </p:nvSpPr>
        <p:spPr>
          <a:xfrm>
            <a:off x="8814816" y="3566160"/>
            <a:ext cx="2587752" cy="1051560"/>
          </a:xfrm>
          <a:prstGeom prst="roundRect">
            <a:avLst>
              <a:gd name="adj" fmla="val 8696"/>
            </a:avLst>
          </a:prstGeom>
          <a:solidFill>
            <a:srgbClr val="FCA311"/>
          </a:solidFill>
          <a:ln/>
        </p:spPr>
      </p:sp>
      <p:sp>
        <p:nvSpPr>
          <p:cNvPr id="18" name="Text 16"/>
          <p:cNvSpPr/>
          <p:nvPr/>
        </p:nvSpPr>
        <p:spPr>
          <a:xfrm>
            <a:off x="8924544" y="3566160"/>
            <a:ext cx="236829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final</a:t>
            </a:r>
            <a:endParaRPr lang="en-US" sz="115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937760"/>
            <a:ext cx="10908792" cy="1280160"/>
          </a:xfrm>
          <a:prstGeom prst="roundRect">
            <a:avLst>
              <a:gd name="adj" fmla="val 7143"/>
            </a:avLst>
          </a:prstGeom>
          <a:solidFill>
            <a:srgbClr val="E8ECF5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51023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INTERESTING PART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96112" y="5376672"/>
            <a:ext cx="10396728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uses the same incremental training technique as online learning — but the deployment can still be batch-style: train through all the chunks offline, then hand over one final, static model to the server.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online learning actually gets implemented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011680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762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scikit-learn's partial_fit()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846320" y="2176272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like SGDRegressor support partial_fit() instead of a one-shot fit(). Call it repeatedly with new batches, and training continues from wherever it left off.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E8ECF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5478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River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846320" y="3547872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Python library for online and streaming machine learning — built by merging two earlier projects, creme and scikit-multiflow.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754880"/>
            <a:ext cx="10908792" cy="1188720"/>
          </a:xfrm>
          <a:prstGeom prst="roundRect">
            <a:avLst>
              <a:gd name="adj" fmla="val 7692"/>
            </a:avLst>
          </a:prstGeom>
          <a:solidFill>
            <a:srgbClr val="E8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9194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Vowpal Wabbit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846320" y="4919472"/>
            <a:ext cx="6492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well-known library also used heavily in reinforcement learning, with strong built-in support for online learning workflows.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 YOU HAVE TO 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rate: how fast should the model adapt?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controls how aggressively the model updates itself on each new batch of data — essentially, how much weight new data gets versus everything learned before.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8ECF5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429000"/>
            <a:ext cx="3520440" cy="128016"/>
          </a:xfrm>
          <a:prstGeom prst="roundRect">
            <a:avLst/>
          </a:prstGeom>
          <a:solidFill>
            <a:srgbClr val="C1584F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703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high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42062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changes too fast and forgets old patterns almost immediately — it overreacts to whatever came in most recently.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425696" y="34290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8EC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425696" y="3429000"/>
            <a:ext cx="3520440" cy="128016"/>
          </a:xfrm>
          <a:prstGeom prst="roundRect">
            <a:avLst/>
          </a:prstGeom>
          <a:solidFill>
            <a:srgbClr val="2E8B57"/>
          </a:solidFill>
          <a:ln/>
        </p:spPr>
      </p:sp>
      <p:sp>
        <p:nvSpPr>
          <p:cNvPr id="14" name="Text 12"/>
          <p:cNvSpPr/>
          <p:nvPr/>
        </p:nvSpPr>
        <p:spPr>
          <a:xfrm>
            <a:off x="4681728" y="3703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right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1728" y="42062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retains useful history while still adapting to genuinely new patterns — tuned to your specific business needs.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11312" y="342900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E8EC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211312" y="3429000"/>
            <a:ext cx="3520440" cy="128016"/>
          </a:xfrm>
          <a:prstGeom prst="roundRect">
            <a:avLst/>
          </a:prstGeom>
          <a:solidFill>
            <a:srgbClr val="6B7A99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3703320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 low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67344" y="4206240"/>
            <a:ext cx="3008376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barely updates at all, missing real shifts in the data and behaving almost like a static batch model.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real risks of online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1: BAD DATA CORRUPTS THE MODEL FAST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4745736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the model updates continuously on whatever comes in, bad data is dangerous — a hacked server or a flood of malformed requests can bias the model in real time.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build active monitoring, run anomaly-detection checks on incoming data, and keep a rollback plan ready to revert to the last known-good model if things go wrong.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76672" cy="4206240"/>
          </a:xfrm>
          <a:prstGeom prst="roundRect">
            <a:avLst>
              <a:gd name="adj" fmla="val 2174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8232" y="2130552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2: THE TOOLING IS STILL YOUNG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28232" y="2404872"/>
            <a:ext cx="4864608" cy="3602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batch learning's mature, battle-tested ecosystem, online learning libraries are newer and mostly built by small individual teams — not yet backed by the same enterprise-grade reliability guarantees.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vs. online, feature by feature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0" y="1965960"/>
            <a:ext cx="3931920" cy="457200"/>
          </a:xfrm>
          <a:prstGeom prst="rect">
            <a:avLst/>
          </a:prstGeom>
          <a:solidFill>
            <a:srgbClr val="5B6B8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Learning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589520" y="1965960"/>
            <a:ext cx="3931920" cy="457200"/>
          </a:xfrm>
          <a:prstGeom prst="rect">
            <a:avLst/>
          </a:prstGeom>
          <a:solidFill>
            <a:srgbClr val="2E8B57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0" y="19659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3017520" cy="566928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2316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0" y="2423160"/>
            <a:ext cx="393192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423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— train, deploy, predict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89520" y="2423160"/>
            <a:ext cx="393192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242316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— needs live monitoring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90088"/>
            <a:ext cx="3017520" cy="566928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9008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2990088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29900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Thoroughly tested before release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89520" y="2990088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2990088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vary as live data shifts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557016"/>
            <a:ext cx="3017520" cy="566928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55701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557016"/>
            <a:ext cx="393192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35570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at training, light at serving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589520" y="3557016"/>
            <a:ext cx="393192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26680" y="3557016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ongoing compute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4123944"/>
            <a:ext cx="3017520" cy="566928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1239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Ease of implementation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4123944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1239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Easier, more familiar tooling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89520" y="4123944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26680" y="4123944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Harder, fewer mature tools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690872"/>
            <a:ext cx="3017520" cy="566928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69087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0" y="4690872"/>
            <a:ext cx="393192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94760" y="46908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problems (e.g. cat vs. dog)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9520" y="4690872"/>
            <a:ext cx="3931920" cy="566928"/>
          </a:xfrm>
          <a:prstGeom prst="rect">
            <a:avLst/>
          </a:prstGeom>
          <a:solidFill>
            <a:srgbClr val="F7F9FC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26680" y="4690872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Fast-changing problems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257800"/>
            <a:ext cx="3017520" cy="566928"/>
          </a:xfrm>
          <a:prstGeom prst="rect">
            <a:avLst/>
          </a:prstGeom>
          <a:solidFill>
            <a:srgbClr val="E8ECF5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5257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adoption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0" y="5257800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94760" y="52578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the dominant approach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589520" y="5257800"/>
            <a:ext cx="39319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726680" y="5257800"/>
            <a:ext cx="3657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Growing, but newer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0939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in small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feeds data in small sequential batches, improving a little after each one.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291072" y="196596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76872" y="20939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Learns while predicting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76872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deployed, the model keeps training live on the server — no separate retrain-and-redeploy cycle.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721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6484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 for it when...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drift, cost savings, or a dataset too large to fit in memory (out-of-core learning).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291072" y="35204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721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76872" y="36484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learning rate matters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76872" y="3977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high forgets the past; too low ignores real change. Tune it to the business.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41248" y="5276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52029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carries real risk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55321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incoming data can corrupt the model fast — monitoring and rollback plans are essential.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291072" y="50749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5276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76872" y="52029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still dominates today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76872" y="55321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learning is growing but batch learning remains the more mature, widely-used default.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MACHINE LEARNING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1233</Words>
  <Application>Microsoft Office PowerPoint</Application>
  <PresentationFormat>Custom</PresentationFormat>
  <Paragraphs>169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3</cp:revision>
  <dcterms:created xsi:type="dcterms:W3CDTF">2026-08-22T11:21:40Z</dcterms:created>
  <dcterms:modified xsi:type="dcterms:W3CDTF">2026-08-24T09:20:28Z</dcterms:modified>
</cp:coreProperties>
</file>